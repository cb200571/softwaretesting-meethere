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MeetHere 数据看板功能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E0E0E0"/>
                </a:solidFill>
              </a:defRPr>
            </a:pPr>
            <a:r>
              <a:t>新增功能答辩</a:t>
            </a:r>
            <a:br/>
            <a:br/>
            <a:r>
              <a:t>团队：MeetHere开发团队</a:t>
            </a:r>
            <a:br/>
            <a:r>
              <a:t>日期：2026年6月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目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项目背景与概述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功能需求分析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系统架构设计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核心代码实现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前端页面展示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测试与验证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一、项目背景与概述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MeetHere — 场馆预约管理系统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原有功能：用户管理、场馆管理、订单管理、新闻管理、留言管理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痛点：管理员需要逐个查看列表才能了解平台运营状况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新增功能：管理员数据看板（Dashboard）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功能价值：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一眼掌握平台整体运营状况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通过图表快速判断订单状态分布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观察订单量的月度/周度/日度变化趋势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了解热门场馆排行，辅助运营决策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二、功能需求分析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73E8"/>
                </a:solidFill>
              </a:defRPr>
            </a:pPr>
            <a:r>
              <a:t>数据看板四大模块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概览数据：4个数字卡片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总订单数、总营收、总用户数、总场馆数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订单状态分布：环形饼图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待审核/已通过/已完成/已拒绝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时间趋势：折线图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支持按月/按周/按天切换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热门场馆排行：柱状图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订单量TOP5场馆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73E8"/>
                </a:solidFill>
              </a:defRPr>
            </a:pPr>
            <a:r>
              <a:t>筛选功能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日期范围筛选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开始日期、结束日期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场馆筛选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下拉框选择具体场馆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订单状态筛选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全部/待审核/已通过/已完成/已失效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时间粒度切换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按月/按周/按天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用例图说明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参与者：管理员（isadmin=1）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主用例：查看数据看板（UC-1）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子用例：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UC-1.1 查看概览数据 — 4个数字卡片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UC-1.2 查看订单状态分布 — 环形饼图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UC-1.3 查看时间趋势 — 折线图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UC-1.4 查看热门场馆排行 — 柱状图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关系：主用例包含4个子用例，子用例之间并行执行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三、系统架构设计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技术栈：Spring Boot + Thymeleaf + JPA + MySQL + ECharts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架构分层：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表现层：Thymeleaf模板 + Bootstrap + jQuery + ECharts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控制层：AdminStatisticsController（新增）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数据访问层：OrderDao / UserDao / VenueDao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数据库：MySQL（meethere_db）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设计特点：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Controller直接调用DAO，跳过Service层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原因：统计功能只有聚合查询，无业务逻辑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使用原生SQL（@Query nativeQuery=true）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前端AJAX异步加载，页面无需刷新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本次功能没有新增数据表，复用现有3张表：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order表 — 订单表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统计字段：state（状态）、order_time（下单时间）、total（金额）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查询方式：COUNT、SUM、GROUP BY、DATE_FORMAT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user表 — 用户表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查询方式：COUNT(*) 统计用户总数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venue表 — 场馆表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查询方式：count() 统计场馆数、getOne() 查询场馆名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核心SQL示例：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SELECT DATE_FORMAT(order_time,'%Y-%m'), COUNT(*) FROM `order` GROUP BY month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SELECT venueID, COUNT(*) FROM `order` GROUP BY venueID ORDER BY cnt DESC LIMIT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四、核心代码 — Controller层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AdminStatisticsController.java — 处理数据看板的所有HTTP请求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438912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@Controller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public class AdminStatisticsController {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@Autowired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private OrderDao orderDao;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@Autowired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private UserDao userDao;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@Autowired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private VenueDao venueDao;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// 返回概览数据（JSON），支持筛选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@GetMapping("/statistics/overview.do")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@ResponseBody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public Map&lt;String, Object&gt; getOverview(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    @RequestParam(defaultValue = "1970-01-01") String startDate,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    @RequestParam(defaultValue = "2099-12-31") String endDate,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    @RequestParam(defaultValue = "0") int venueId,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    @RequestParam(defaultValue = "0") int state) {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Map&lt;String, Object&gt; map = new HashMap&lt;&gt;();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map.put("totalOrders", orderDao.countOrdersFiltered(...));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map.put("totalRevenue", orderDao.sumRevenueFiltered(...));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map.put("totalUsers", userDao.countAllUsers());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map.put("totalVenues", venueDao.count());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// ... 4种状态订单数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return map;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核心代码 — DAO层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OrderDao.java — 使用@Query注解编写原生SQL统计查询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438912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public interface OrderDao extends JpaRepository&lt;Order,Integer&gt; {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// 带筛选的按时间粒度分组统计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@Query(value = "select DATE_FORMAT(order_time, :pattern) as period, count(*) as cnt "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+ "from `order` where order_time between :start and :end "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+ "AND (:state = 0 OR state = :state) "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+ "AND (:venueId = 0 OR venueID = :venueId) "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+ "group by period order by period desc", nativeQuery = true)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List&lt;Object[]&gt; countOrdersByPeriod(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@Param("pattern") String pattern,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@Param("start") String start,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@Param("end") String end,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@Param("state") int state,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@Param("venueId") int venueId);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// 带筛选的场馆排行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@Query(value = "select venueID, count(*) as cnt from `order` "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+ "where order_time between :start and :end "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+ "AND (:state = 0 OR state = :state) "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+ "group by venueID order by cnt desc limit 5", nativeQuery = true)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List&lt;Object[]&gt; findTopVenuesFiltered(...);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核心代码 — 前端实现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statistics.html — 使用jQuery AJAX + ECharts实现数据加载和图表渲染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438912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// 页面加载：获取场馆列表，然后加载全量数据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$.get('/statistics/venueList.do', function(venues) {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var $sel = $('#venueFilter');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venues.forEach(function(v) {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$sel.append('&lt;option value="' + v.id + '"&gt;' + v.name + '&lt;/option&gt;');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});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loadAllData();  // 加载默认数据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});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// 加载全部数据（概览 + 3 个图表）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function loadAllData() {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var params = getFilterParams();  // 收集筛选参数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loadOverview(params);   // 数字卡片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loadPieChart(params);   // 饼图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loadLineChart(params);  // 折线图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loadBarChart(params);   // 柱状图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// ECharts 饼图配置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pieChart.setOption({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series: [{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type: 'pie',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radius: ['40%', '70%'],  // 环形饼图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data: [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    { value: data.pendingOrders, name: '待审核' },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    { value: data.approvedOrders, name: '已通过' },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    { value: data.finishedOrders, name: '已完成' },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    { value: data.rejectedOrders, name: '已拒绝' }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    ]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    }]</a:t>
            </a:r>
          </a:p>
          <a:p>
            <a:pPr>
              <a:spcAft>
                <a:spcPts val="200"/>
              </a:spcAft>
              <a:defRPr sz="1000">
                <a:solidFill>
                  <a:srgbClr val="A9DC76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前端页面布局设计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页面结构（statistics.html）：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顶部导航栏 — 复用 layout/header.html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左侧菜单 — 复用 layout/left.html，新增"数据统计"菜单项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主内容区：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1. 筛选栏 — 日期选择器、场馆下拉框、状态筛选、时间粒度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2. 概览卡片区域 — 4个彩色数字卡片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蓝色(订单数) 绿色(营收) 橙色(用户数) 红色(场馆数)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3. 图表区域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左侧：订单状态饼图（ECharts环形饼图）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右侧：时间趋势折线图（支持月/周/天切换）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底部：热门场馆TOP5柱状图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技术要点：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ECharts 5.4.3 图表库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Bootstrap-datetimepicker 日期选择器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窗口缩放时图表自适应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交互流程 — 时序图说明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数据加载流程：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1. 管理员点击"数据统计"菜单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2. 浏览器请求 /statistics_manage，后端返回HTML空壳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3. 页面加载完成后，JS自动发出4个并行AJAX请求：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/statistics/venueList.do → 加载场馆下拉框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/statistics/overview.do → 概览数据 + 饼图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/statistics/monthlyOrders.do → 折线图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/statistics/venueRank.do → 柱状图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4. 后端接收请求，执行SQL查询数据库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5. 返回JSON数据给前端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6. 前端使用ECharts渲染图表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7. 用户点击"查询"按钮时，重新加载所有数据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特点：三个图表请求互不依赖，哪个先回来先渲染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变更清单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73E8"/>
                </a:solidFill>
              </a:defRPr>
            </a:pPr>
            <a:r>
              <a:t>新增文件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AdminStatisticsController.java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新增Controller类，5个接口方法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templates/admin/statistics.html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新增统计页面HTML+JS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73E8"/>
                </a:solidFill>
              </a:defRPr>
            </a:pPr>
            <a:r>
              <a:t>修改文件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OrderDao.java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新增7个@Query查询方法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UserDao.java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新增1个countAllUsers()方法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templates/layout/left.html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新增1个菜单项（约4行HTML）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集成方案 — 增量集成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集成方式：增量集成，仅新增代码，不修改已有业务逻辑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对原有模块的影响分析：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用户管理：否 — 未修改任何已有方法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场馆管理：否 — 未修改任何已有方法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订单管理：否 — OrderDao只新增方法，未修改已有方法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留言管理：否 — 完全未涉及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新闻管理：否 — 完全未涉及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登录认证：否 — 复用现有Session认证机制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数据库：否 — 无表结构变更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集成步骤：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1. OrderDao新增统计方法 → 2. UserDao新增统计方法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3. 创建Controller → 4. 创建前端页面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5. 修改左侧菜单 → 6. 重启验证 → 7. 回归测试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五、测试与验证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73E8"/>
                </a:solidFill>
              </a:defRPr>
            </a:pPr>
            <a:r>
              <a:t>单元测试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AdminStatisticsControllerTest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使用MockMvc模拟HTTP请求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使用Mockito模拟DAO层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验证返回JSON数据正确性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验证筛选参数传递正确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73E8"/>
                </a:solidFill>
              </a:defRPr>
            </a:pPr>
            <a:r>
              <a:t>集成测试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AdminStatisticsApiTest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SpringBootTest + 真实数据库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验证完整请求链路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 - 验证SQL查询结果正确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回归测试：验证原有5个Admin模块功能未受影响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已知限制与改进方向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73E8"/>
                </a:solidFill>
              </a:defRPr>
            </a:pPr>
            <a:r>
              <a:t>已知限制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月度趋势默认只显示6个月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无数据导出功能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venueRank存在N+1查询问题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概览数据默认是全量统计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73E8"/>
                </a:solidFill>
              </a:defRPr>
            </a:pPr>
            <a:r>
              <a:t>改进方向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增加时间范围选择器（已实现）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增加导出Excel/CSV功能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使用JOIN查询替代循环查询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增加日期范围筛选（已实现）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增加场馆筛选（已实现）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增加状态筛选（已实现）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团队分工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团队成员：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项目经理：徐赞博 — 前端开发、代码静态分析、系统测试、性能测试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项目成员：郭晓康 — 后端开发、单元测试、接口测试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新功能开发分工：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需求分析：徐赞博、郭晓康 共同讨论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后端开发：郭晓康 — DAO统计方法 + Controller开发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前端开发：徐赞博 — statistics.html + ECharts集成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单元测试：郭晓康 — AdminStatisticsControllerTest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集成测试：郭晓康 — AdminStatisticsApiTest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文档编写：徐赞博、郭晓康 共同编写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六、总结与展望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本次新增功能成果：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实现了管理员数据看板功能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支持多维度筛选（日期、场馆、状态）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支持时间粒度切换（月/周/天）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使用ECharts实现4种可视化图表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采用增量集成，对原有功能零影响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完成单元测试和集成测试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技术亮点：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前后端分离，AJAX异步加载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原生SQL聚合查询，性能高效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Controller直接调DAO，减少冗余代码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- ECharts图表配置灵活，交互性强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E0E0E0"/>
                </a:solidFill>
              </a:defRPr>
            </a:pPr>
            <a:r>
              <a:t>欢迎提问与指导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